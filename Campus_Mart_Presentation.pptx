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29260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EA580C"/>
                </a:solidFill>
              </a:defRPr>
            </a:pPr>
            <a:r>
              <a:t>★ BCA 2nd Year Minor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943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FFFFFF"/>
                </a:solidFill>
              </a:defRPr>
            </a:pPr>
            <a:r>
              <a:t>Campus Mart</a:t>
            </a:r>
          </a:p>
          <a:p>
            <a:pPr>
              <a:spcBef>
                <a:spcPts val="800"/>
              </a:spcBef>
              <a:defRPr sz="1800">
                <a:solidFill>
                  <a:srgbClr val="FED7AA"/>
                </a:solidFill>
              </a:defRPr>
            </a:pPr>
            <a:r>
              <a:t>Smart Food &amp; Daily Essentials Pre-Order Web Application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</a:defRPr>
            </a:pPr>
            <a:r>
              <a:t>Order from Classroom • Skip Long Lines • Pick Up on Time!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97680"/>
            <a:ext cx="5943600" cy="17373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👤 Presented By: Deepak Sharma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Roll No: TCA2568124 | Department of Computer Applications (BCA)</a:t>
            </a:r>
          </a:p>
          <a:p>
            <a:pPr>
              <a:spcBef>
                <a:spcPts val="400"/>
              </a:spcBef>
              <a:defRPr sz="1200" b="1">
                <a:solidFill>
                  <a:srgbClr val="EA580C"/>
                </a:solidFill>
              </a:defRPr>
            </a:pPr>
            <a:r>
              <a:t>Technology: Python Flask + MongoDB NoSQL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CURRENT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The Real Campus Problem (Before Campus Mart)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8521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❌  Long Waiting Queues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During short 15-min lecture breaks, huge rushes at the canteen counter cause massive delays.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62179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54679"/>
            <a:ext cx="58521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❌  Missed Lectures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Students often arrive late to class while waiting for simple snacks or practical 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62179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58521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❌  Cash &amp; Paper Token Confusion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Handling loose change and losing paper token receipts creates frustration.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The Smart Solution: Campus Mart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58521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✔  Order in Advance from Phone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Select your meal, snacks, or stationery right from your classroom before break starts.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62179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54679"/>
            <a:ext cx="58521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✔  Choose Your Pickup Slot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Pick an exact time slot (e.g. In 15 Mins, Lunch Break 1:15 PM) to fit your schedule.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62179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58521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✔  Express Zero-Queue Pickup</a:t>
            </a:r>
          </a:p>
          <a:p>
            <a:pPr>
              <a:spcBef>
                <a:spcPts val="400"/>
              </a:spcBef>
              <a:defRPr sz="1250">
                <a:solidFill>
                  <a:srgbClr val="1E293B"/>
                </a:solidFill>
              </a:defRPr>
            </a:pPr>
            <a:r>
              <a:t>Walk up to the counter, show your digital Token ID, pick up packed items, and go!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CATALOG 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What Can Students Buy? (48+ Products)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34639" y="15544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A580C"/>
                </a:solidFill>
              </a:defRPr>
            </a:pPr>
            <a:r>
              <a:t>🍔 Canteen Fresh Food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Dosa, Samosa, Veg Sandwich, Hakka Noodles, Special Thali, Biryani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2120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333EA"/>
                </a:solidFill>
              </a:defRPr>
            </a:pPr>
            <a:r>
              <a:t>🍫 Chocolates &amp; Snacks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Dairy Milk Silk, KitKat, Snickers, Lay's Chips, Kurkure, Oreo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39" y="402336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🥤 Cold Drinks &amp; Juices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Red Bull Energy, Cold Coffee, Coca-Cola, Frooti, Real Juice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02336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📚 Stationery &amp; Essentials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Spiral Registers, Gel Pens, Practical Files, Dettol Sanitizer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USER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How It Works: In 3 Simple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737360"/>
            <a:ext cx="731520" cy="731520"/>
          </a:xfrm>
          <a:prstGeom prst="ellipse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Step 1: Browse &amp; Add to Cart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Open Campus Mart on your phone, choose your favorite food, chocolates, or stationery, and add them to cart.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6517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Step 2: Choose Pickup Slot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Pick a convenient pickup time slot (e.g. 'In 15 Mins' or 'Lunch Break') and get your unique Order ID Token.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0" y="1737360"/>
            <a:ext cx="731520" cy="73152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65176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Step 3: Express Counter Pickup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Staff packs your order in advance. When the status turns Green (Ready), collect it without waiting in line!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REAL-TIME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Live 4-Stage Order Tracking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AB308"/>
                </a:solidFill>
              </a:defRPr>
            </a:pPr>
            <a:r>
              <a:t>1. Placed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Order received by the Mart kitchen &amp;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6459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A580C"/>
                </a:solidFill>
              </a:defRPr>
            </a:pPr>
            <a:r>
              <a:t>2. Preparing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Staff is cooking your food or packing items.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3. Ready for Pickup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Items are packed on counter. Time to collect!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6459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4. Completed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Order picked up and verified with Token 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106984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101498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💡 How Real-Time Tracking Works:</a:t>
            </a:r>
          </a:p>
          <a:p>
            <a:pPr>
              <a:spcBef>
                <a:spcPts val="600"/>
              </a:spcBef>
              <a:defRPr sz="1250">
                <a:solidFill>
                  <a:srgbClr val="1E293B"/>
                </a:solidFill>
              </a:defRPr>
            </a:pPr>
            <a:r>
              <a:t>• The web app uses asynchronous background polling every 4 seconds.</a:t>
            </a:r>
            <a:br/>
            <a:r>
              <a:t>• When kitchen staff updates the order status in their admin dashboard, the student's screen updates to green automatically without page refresh!</a:t>
            </a:r>
            <a:br/>
            <a:r>
              <a:t>• Students always know exactly when their food is hot &amp; ready.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ADMIN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Staff Dashboard &amp; Super Admin Approval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8521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🛡️ Super Admin Protection (Owner: Deepak)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✔ No Unauthorized Access: Nobody can log into the Admin panel unless Super Admin Deepak explicitly approves their staff request.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✔ 1-Click Status &amp; Menu Controls: Staff can accept orders, change prices, or toggle out-of-stock items with a single tap.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✔ Device Gallery Photo Upload: Upload product photos directly from mobile gallery or pick from instant 1-click presets.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✔ Live Sales &amp; Revenue Stats: Calculates daily revenue, active cooking count, and total orders in real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Technologies Used: Clean &amp; Super Fast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2179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58521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EA580C"/>
                </a:solidFill>
              </a:defRPr>
            </a:pPr>
            <a:r>
              <a:t>Frontend: HTML5 + CSS3 + JS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Fast, lightweight mobile-first UI. Works smoothly on every smartphone without any app download.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62179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58521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284C7"/>
                </a:solidFill>
              </a:defRPr>
            </a:pPr>
            <a:r>
              <a:t>Backend: Python Flask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Handles user authentication, order processing, and REST API routing seamlessly.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62179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58521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10B981"/>
                </a:solidFill>
              </a:defRPr>
            </a:pPr>
            <a:r>
              <a:t>Database: MongoDB NoSQL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Stores student profiles, catalog items, and order histories in flexible JSON format.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62179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58521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9333EA"/>
                </a:solidFill>
              </a:defRPr>
            </a:pPr>
            <a:r>
              <a:t>Security: SHA-256 Encryption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</a:defRPr>
            </a:pPr>
            <a:r>
              <a:t>Passwords are cryptographic hashed so no plain passwords are ever saved in database.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IMPACT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Key Benefits &amp; Future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🎯 Key Student Benefits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✔ Saves 15-20 minutes every break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✔ Zero queue waiting time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✔ Never miss a lecture due to canteen rush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✔ One-stop shopping for food &amp; stationery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✔ Transparent pricing with digital tokens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284C7"/>
                </a:solidFill>
              </a:defRPr>
            </a:pPr>
            <a:r>
              <a:t>🚀 Future Enhancements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★ QR Code scanning at pickup counter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★ Direct UPI payment (GPay, PhonePe, Paytm)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★ WhatsApp / SMS notifications when ready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★ AI-based combo meal recommendations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★ Campus wallet student ID card integration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spcBef>
                <a:spcPts val="800"/>
              </a:spcBef>
              <a:defRPr sz="1600">
                <a:solidFill>
                  <a:srgbClr val="FED7AA"/>
                </a:solidFill>
              </a:defRPr>
            </a:pPr>
            <a:r>
              <a:t>Campus Mart successfully demonstrates a modern, full-stack pre-ordering solution for smart college campuses.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106984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EA580C"/>
                </a:solidFill>
              </a:defRPr>
            </a:pPr>
            <a:r>
              <a:t>💬 Questions &amp; Live Demonstration</a:t>
            </a:r>
          </a:p>
          <a:p>
            <a:pPr algn="ctr"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I am ready to demonstrate the live web app and answer any technical questions.</a:t>
            </a:r>
          </a:p>
          <a:p>
            <a:pPr algn="ctr"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Student: Deepak Sharma | Course: BCA 2nd Year | Subject: Minor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